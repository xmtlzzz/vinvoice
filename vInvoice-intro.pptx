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EA5E9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560320"/>
            <a:ext cx="2286000" cy="2286000"/>
          </a:xfrm>
          <a:prstGeom prst="ellipse">
            <a:avLst/>
          </a:prstGeom>
          <a:solidFill>
            <a:srgbClr val="0EA5E9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vInvoice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出差费用管理工具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22860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611880"/>
            <a:ext cx="1783080" cy="347472"/>
          </a:xfrm>
          <a:prstGeom prst="roundRect">
            <a:avLst>
              <a:gd name="adj" fmla="val 52632"/>
            </a:avLst>
          </a:prstGeom>
          <a:solidFill>
            <a:srgbClr val="F0F9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多用户协作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3611880"/>
            <a:ext cx="1783080" cy="347472"/>
          </a:xfrm>
          <a:prstGeom prst="roundRect">
            <a:avLst>
              <a:gd name="adj" fmla="val 52632"/>
            </a:avLst>
          </a:prstGeom>
          <a:solidFill>
            <a:srgbClr val="F0F9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费用追踪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611880"/>
            <a:ext cx="1783080" cy="347472"/>
          </a:xfrm>
          <a:prstGeom prst="roundRect">
            <a:avLst>
              <a:gd name="adj" fmla="val 52632"/>
            </a:avLst>
          </a:prstGeom>
          <a:solidFill>
            <a:srgbClr val="F0F9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数据导出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3611880"/>
            <a:ext cx="1783080" cy="347472"/>
          </a:xfrm>
          <a:prstGeom prst="roundRect">
            <a:avLst>
              <a:gd name="adj" fmla="val 52632"/>
            </a:avLst>
          </a:prstGeom>
          <a:solidFill>
            <a:srgbClr val="F0F9F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部署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关于 vInvoice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vInvoice 是一款出差费用管理工具，帮助团队高效追踪和管理差旅支出。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支持多用户、多项目、多费用类型的统一化管理，提供统计分析和数据导入导出功能。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32588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6751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端点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9718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6751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费用类型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4864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61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React Router v6  ·  Vite 5  ·  Tailwind CSS 3.4  ·  Lucide Icons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94560"/>
            <a:ext cx="54864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  ·  bcryptjs  ·  CORS  ·  RESTful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297180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 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  ·  Serverless Driver  ·  6 张数据表  ·  外键约束 &amp; 索引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388620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2336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Deploy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 ·  静态托管  ·  Fluid Compute  ·  自动扩容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0F9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12161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username, password, namespace_id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141732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用户表 — bcrypt 加密存储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810512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0F9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10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17922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created_at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23160" y="1993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命名空间 — 多租户数据隔离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386584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0F9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865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namespace_custom_types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3160" y="23682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namespace_id, key, label, icon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256946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自定义费用类型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962656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62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23160" y="29443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namespace_id, name, desc, created_at, submitted_at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23160" y="3145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53872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387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23160" y="35204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project_id, type, amount, date, desc, reimbursed, pdf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23160" y="3721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费用记录表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invite_codes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23160" y="409651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code, used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429768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邀请码表 — 注册准入控制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617720"/>
            <a:ext cx="78638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6177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关系: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users.namespace_id → namespaces.id  |  projects.namespace_id → namespaces.id  |  expenses.project_id → projects.id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端点设计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0" y="12344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用户登录，bcrypt 密码校验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45846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5846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80160" y="14584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/api/register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1458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用户注册，邀请码验证 + 自动创建命名空间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168249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6824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80160" y="16824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16824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获取当前命名空间下的所有项目与费用数据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190652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19065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80160" y="19065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0" y="19065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创建新项目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" y="213055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1305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280160" y="21305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/api/projects/:id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21305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删除指定项目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" y="235458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35458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280160" y="23545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/api/projects/:id/submit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0" y="23545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提交项目（锁定费用编辑）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257860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5786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80160" y="25786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/api/projects/:id/revoke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2578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撤销项目提交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" y="280263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28026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280160" y="28026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/api/projects/:id/expenses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0" y="28026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添加费用记录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" y="30266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0266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280160" y="30266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/api/projects/:id/expenses/:eid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0" y="3026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更新费用信息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25069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2506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280160" y="32506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/api/projects/:id/expenses/:eid/toggle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0" y="32506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切换报销状态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0080" y="347472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34747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2801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/api/projects/:id/expenses/:eid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0" y="34747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删除费用记录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0080" y="369874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36987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280160" y="36987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/api/custom-types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0" y="36987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添加自定义费用类型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0080" y="392277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39227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280160" y="39227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/api/custom-types/:key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0" y="39227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删除自定义类型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0080" y="414680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" y="41468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280160" y="41468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/api/export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572000" y="41468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导出命名空间数据（JSON）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40080" y="437083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63" name="Text 61"/>
          <p:cNvSpPr/>
          <p:nvPr/>
        </p:nvSpPr>
        <p:spPr>
          <a:xfrm>
            <a:off x="640080" y="43708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280160" y="43708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/api/import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72000" y="43708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导入数据到当前命名空间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0080" y="45948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" y="45948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280160" y="45948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572000" y="45948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数据库连接健康检查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— 路由配置 / 认证守卫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284C7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— 路由配置 / 认证守卫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874520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874520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488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ExpenseContext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全局状态管理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用户、数据、API 方法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21488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Layout.jsx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顶部导航 + 底部 Tab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用户下拉菜单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3063240"/>
            <a:ext cx="0" cy="1371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3063240"/>
            <a:ext cx="0" cy="1371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918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3558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Home.jsx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项目列表 + 导出导入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23160" y="32918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14600" y="33558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ProjectDetail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3584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费用列表 + 筛选器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80560" y="32918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33558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Statistics.jsx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584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月度统计 + 类型分布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37960" y="32918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29400" y="33558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Login.jsx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3584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 / 注册表单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0" y="429768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78308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ProjectModal — 新建项目弹窗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429768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7492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ExpenseModal — 费用编辑弹窗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417320"/>
            <a:ext cx="411480" cy="411480"/>
          </a:xfrm>
          <a:prstGeom prst="ellipse">
            <a:avLst/>
          </a:prstGeom>
          <a:solidFill>
            <a:srgbClr val="0EA5E9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多用户隔离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注册自动创建命名空间，x-user-namespace 请求头实现数据隔离，每个用户的数据完全独立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417320"/>
            <a:ext cx="411480" cy="411480"/>
          </a:xfrm>
          <a:prstGeom prst="ellipse">
            <a:avLst/>
          </a:prstGeom>
          <a:solidFill>
            <a:srgbClr val="6366F1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邀请码机制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注册需验证邀请码（VIP2026 / ADMIN2026），已使用邀请码不可复用，确保注册准入可控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417320"/>
            <a:ext cx="411480" cy="41148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项目管理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创建项目 → 添加费用 → 提交锁定 → 撤销修改，完整闭环，项目状态实时追踪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1089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统计面板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794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月度费用汇总 + 费用类型分布图，可视化了解差旅支出结构与变化趋势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1089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66160" y="3246120"/>
            <a:ext cx="411480" cy="411480"/>
          </a:xfrm>
          <a:prstGeom prst="ellipse">
            <a:avLst/>
          </a:prstGeom>
          <a:solidFill>
            <a:srgbClr val="EC4899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1480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自定义类型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66160" y="3794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SUBWAY/TAXI/HOTEL/TRAIN/BUS 五种默认类型，可自定义扩展，实时同步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10896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3246120"/>
            <a:ext cx="411480" cy="41148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0372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数据导入导出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55080" y="3794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一键导出命名空间全部数据为 JSON 文件，支持导入恢复到任意命名空间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645920"/>
            <a:ext cx="914400" cy="914400"/>
          </a:xfrm>
          <a:prstGeom prst="ellipse">
            <a:avLst/>
          </a:prstGeom>
          <a:solidFill>
            <a:srgbClr val="0EA5E9">
              <a:alpha val="88000"/>
            </a:srgbClr>
          </a:solidFill>
          <a:ln/>
          <a:effectLst>
            <a:outerShdw sx="100000" sy="100000" kx="0" ky="0" algn="bl" rotWithShape="0" blurRad="50800" dist="12700" dir="8100000">
              <a:srgbClr val="0F172A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用户操作界面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7830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1645920"/>
            <a:ext cx="914400" cy="914400"/>
          </a:xfrm>
          <a:prstGeom prst="ellipse">
            <a:avLst/>
          </a:prstGeom>
          <a:solidFill>
            <a:srgbClr val="6366F1">
              <a:alpha val="88000"/>
            </a:srgbClr>
          </a:solidFill>
          <a:ln/>
          <a:effectLst>
            <a:outerShdw sx="100000" sy="100000" kx="0" ky="0" algn="bl" rotWithShape="0" blurRad="50800" dist="12700" dir="8100000">
              <a:srgbClr val="0F172A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开发代理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→ :3001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17830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3400" y="1645920"/>
            <a:ext cx="914400" cy="914400"/>
          </a:xfrm>
          <a:prstGeom prst="ellipse">
            <a:avLst/>
          </a:prstGeom>
          <a:solidFill>
            <a:srgbClr val="10B981">
              <a:alpha val="88000"/>
            </a:srgbClr>
          </a:solidFill>
          <a:ln/>
          <a:effectLst>
            <a:outerShdw sx="100000" sy="100000" kx="0" ky="0" algn="bl" rotWithShape="0" blurRad="50800" dist="12700" dir="8100000">
              <a:srgbClr val="0F172A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路由处理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 &amp; 校验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9240" y="17830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80760" y="1645920"/>
            <a:ext cx="914400" cy="914400"/>
          </a:xfrm>
          <a:prstGeom prst="ellipse">
            <a:avLst/>
          </a:prstGeom>
          <a:solidFill>
            <a:srgbClr val="F59E0B">
              <a:alpha val="88000"/>
            </a:srgbClr>
          </a:solidFill>
          <a:ln/>
          <a:effectLst>
            <a:outerShdw sx="100000" sy="100000" kx="0" ky="0" algn="bl" rotWithShape="0" blurRad="50800" dist="12700" dir="8100000">
              <a:srgbClr val="0F172A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参数化查询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86600" y="17830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818120" y="1645920"/>
            <a:ext cx="914400" cy="914400"/>
          </a:xfrm>
          <a:prstGeom prst="ellipse">
            <a:avLst/>
          </a:prstGeom>
          <a:solidFill>
            <a:srgbClr val="EC4899">
              <a:alpha val="88000"/>
            </a:srgbClr>
          </a:solidFill>
          <a:ln/>
          <a:effectLst>
            <a:outerShdw sx="100000" sy="100000" kx="0" ky="0" algn="bl" rotWithShape="0" blurRad="50800" dist="12700" dir="8100000">
              <a:srgbClr val="0F172A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1812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响应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 UI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200400"/>
            <a:ext cx="78638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请求生命周期示例（添加费用）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3675888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675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43000" y="36576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用户在 ProjectDetail 页面填写费用表单，点击提交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68680" y="3904488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9044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3000" y="38862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ExpenseContext 调用 POST /api/projects/:id/expenses，携带 x-user-namespace 请求头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68680" y="4133088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1330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43000" y="41148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routes.js 校验：项目存在、未提交、费用类型有效、金额合理、日期格式正确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8680" y="4361688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3616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43000" y="4343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db.js addExpense() 执行参数化 INSERT，Neon PostgreSQL 返回新行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680" y="4590288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45902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43000" y="45720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201 + JSON 费用对象 → Context 更新状态 → React 重新渲染费用列表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EA5E9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731520"/>
            <a:ext cx="2560320" cy="2560320"/>
          </a:xfrm>
          <a:prstGeom prst="ellipse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vInvoice — 简洁高效的出差费用管理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2011680"/>
            <a:ext cx="18288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Express · Neon PG · Vercel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237744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命名空间隔离 · 邀请码准入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F172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个端点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· 完整 CRUD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github.com/xmtlzzz/vInvoice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vInvoice 项目介绍</dc:title>
  <dc:subject>PptxGenJS Presentation</dc:subject>
  <dc:creator>vInvoice Team</dc:creator>
  <cp:lastModifiedBy>vInvoice Team</cp:lastModifiedBy>
  <cp:revision>1</cp:revision>
  <dcterms:created xsi:type="dcterms:W3CDTF">2026-05-04T03:48:07Z</dcterms:created>
  <dcterms:modified xsi:type="dcterms:W3CDTF">2026-05-04T03:48:07Z</dcterms:modified>
</cp:coreProperties>
</file>